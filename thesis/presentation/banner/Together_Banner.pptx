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087600" cy="3749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geth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087600" cy="3749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